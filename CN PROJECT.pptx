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62" r:id="rId5"/>
    <p:sldId id="258" r:id="rId6"/>
    <p:sldId id="263" r:id="rId7"/>
    <p:sldId id="264" r:id="rId8"/>
    <p:sldId id="266" r:id="rId9"/>
    <p:sldId id="265" r:id="rId10"/>
    <p:sldId id="267" r:id="rId11"/>
    <p:sldId id="268" r:id="rId12"/>
    <p:sldId id="269" r:id="rId13"/>
    <p:sldId id="270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4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9" d="100"/>
          <a:sy n="79" d="100"/>
        </p:scale>
        <p:origin x="234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C2751-278C-4682-9C3F-0FF7B4FCFAE7}" type="datetimeFigureOut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86890-466E-41CD-A28A-B1EBDF22CA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942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F0845-D09E-4AF9-9623-EA7EA0297EF3}" type="datetimeFigureOut">
              <a:rPr lang="en-US" smtClean="0"/>
              <a:t>10/26/2025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CD11A-EED3-40CE-98A3-28FEE84867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7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693A-2307-4FDC-9539-08DC9083DDED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40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E1C1-C26F-4479-A8BD-144B4C139DA5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43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8"/>
            <a:ext cx="10515600" cy="2862262"/>
          </a:xfrm>
        </p:spPr>
        <p:txBody>
          <a:bodyPr anchor="b"/>
          <a:lstStyle>
            <a:lvl1pPr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9E61-C2D6-49AB-83F2-8FC9FEFBDAFD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27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825625"/>
            <a:ext cx="489204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aseline="0" noProof="0" dirty="0" smtClean="0">
                <a:solidFill>
                  <a:schemeClr val="bg1"/>
                </a:solidFill>
              </a:defRPr>
            </a:lvl1pPr>
            <a:lvl2pPr>
              <a:defRPr lang="en-US" baseline="0" noProof="0" dirty="0" smtClean="0">
                <a:solidFill>
                  <a:schemeClr val="bg1"/>
                </a:solidFill>
              </a:defRPr>
            </a:lvl2pPr>
            <a:lvl3pPr>
              <a:defRPr lang="en-US" baseline="0" noProof="0" dirty="0" smtClean="0">
                <a:solidFill>
                  <a:schemeClr val="bg1"/>
                </a:solidFill>
              </a:defRPr>
            </a:lvl3pPr>
            <a:lvl4pPr>
              <a:defRPr lang="en-US" baseline="0" noProof="0" dirty="0" smtClean="0">
                <a:solidFill>
                  <a:schemeClr val="bg1"/>
                </a:solidFill>
              </a:defRPr>
            </a:lvl4pPr>
            <a:lvl5pPr>
              <a:defRPr lang="en-US" baseline="0" noProof="0" dirty="0" smtClean="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650524" y="1825625"/>
            <a:ext cx="489204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BE74F-367A-4D3C-8AA7-FA60CCA05EAE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93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9150"/>
            <a:ext cx="10094976" cy="1152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489204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498723"/>
            <a:ext cx="4892040" cy="31019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753" y="1828800"/>
            <a:ext cx="489204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656753" y="2498723"/>
            <a:ext cx="4892040" cy="31019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E3F9C-6465-4987-8E4E-615CFD4753AA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66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9EFD6-3C20-43C6-9E75-1A9D48D9576F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85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93D5A-A484-46EE-9DC8-9A16BFF8327E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60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987425"/>
            <a:ext cx="5753100" cy="4613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54249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7BC8-78D1-4FEB-9D4F-E22E45CC04F7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72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800600" y="987425"/>
            <a:ext cx="5753100" cy="46132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54249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68210-870C-4A62-9D1B-4B25162550AB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7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11EA7-B10E-4739-92FE-8993461CC0B7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4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91661"/>
            <a:ext cx="2628900" cy="49090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91661"/>
            <a:ext cx="7734300" cy="49090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DC13F-2D2A-49BA-966D-6530A12E7C15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5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39793"/>
            <a:ext cx="10096500" cy="1150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096500" cy="3778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0CABDA2-EB00-4A4D-86B7-63E286A484E5}" type="datetime1">
              <a:rPr lang="en-US" smtClean="0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8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b="1" kern="1200" cap="none" spc="0">
          <a:ln w="12700" cmpd="sng">
            <a:noFill/>
            <a:prstDash val="solid"/>
          </a:ln>
          <a:solidFill>
            <a:schemeClr val="accent4">
              <a:lumMod val="50000"/>
            </a:schemeClr>
          </a:solidFill>
          <a:effectLst>
            <a:outerShdw blurRad="38100" dist="38100" dir="2700000" algn="tl">
              <a:srgbClr val="000000">
                <a:alpha val="43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pos="6648" userDrawn="1">
          <p15:clr>
            <a:srgbClr val="F26B43"/>
          </p15:clr>
        </p15:guide>
        <p15:guide id="4" orient="horz" pos="3528" userDrawn="1">
          <p15:clr>
            <a:srgbClr val="F26B43"/>
          </p15:clr>
        </p15:guide>
        <p15:guide id="5" orient="horz" pos="1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413F6-10D8-69CD-0233-A62D18F1BC0C}"/>
              </a:ext>
            </a:extLst>
          </p:cNvPr>
          <p:cNvSpPr>
            <a:spLocks noGrp="1"/>
          </p:cNvSpPr>
          <p:nvPr/>
        </p:nvSpPr>
        <p:spPr>
          <a:xfrm>
            <a:off x="1089360" y="284256"/>
            <a:ext cx="9144000" cy="2209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CMR TECHNICAL CAMPUS </a:t>
            </a:r>
            <a:br>
              <a:rPr lang="en-IN" sz="1400" dirty="0">
                <a:latin typeface="Times New Roman" pitchFamily="18" charset="0"/>
                <a:cs typeface="Times New Roman" pitchFamily="18" charset="0"/>
              </a:rPr>
            </a:br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(Sponsored by CMR Technical Education Society, Reg.No: 1128/2007)</a:t>
            </a:r>
            <a:br>
              <a:rPr lang="en-IN" sz="1400" dirty="0"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UGC AUTONOMOUS</a:t>
            </a:r>
            <a:br>
              <a:rPr lang="en-IN" sz="14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Accredited by NBA&amp; NAAC with ‘A’ Grade Approved by AICTE, New Delhi and JNTU, Hyderabad</a:t>
            </a:r>
            <a:br>
              <a:rPr lang="en-IN" sz="1400" dirty="0">
                <a:latin typeface="Times New Roman" pitchFamily="18" charset="0"/>
                <a:cs typeface="Times New Roman" pitchFamily="18" charset="0"/>
              </a:rPr>
            </a:b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Kandlakoya (V), Medchal Road, Hyderabad - 501 401 Ph.No: 9247033440/41;www.cmrtc.ac.in; info@cmrtc.ac.in</a:t>
            </a:r>
            <a:endParaRPr lang="en-IN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F85FF-71C5-308D-A7F0-F70FB656C11D}"/>
              </a:ext>
            </a:extLst>
          </p:cNvPr>
          <p:cNvSpPr>
            <a:spLocks noGrp="1"/>
          </p:cNvSpPr>
          <p:nvPr/>
        </p:nvSpPr>
        <p:spPr>
          <a:xfrm>
            <a:off x="1089360" y="3334205"/>
            <a:ext cx="8305801" cy="222724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3400" b="1" dirty="0">
                <a:latin typeface="Times New Roman" panose="02020603050405020304" pitchFamily="18" charset="0"/>
                <a:cs typeface="Times New Roman" pitchFamily="18" charset="0"/>
              </a:rPr>
              <a:t>Regulation:R22 </a:t>
            </a:r>
          </a:p>
          <a:p>
            <a:pPr>
              <a:spcBef>
                <a:spcPts val="0"/>
              </a:spcBef>
            </a:pPr>
            <a:endParaRPr lang="en-US" sz="3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3400" b="1" dirty="0">
                <a:latin typeface="Times New Roman" panose="02020603050405020304" pitchFamily="18" charset="0"/>
                <a:cs typeface="Times New Roman" pitchFamily="18" charset="0"/>
              </a:rPr>
              <a:t>Subject Name: CRYPTOGRAPHY AND NETWORK SECURITY LAB</a:t>
            </a:r>
          </a:p>
          <a:p>
            <a:pPr>
              <a:spcBef>
                <a:spcPts val="0"/>
              </a:spcBef>
            </a:pPr>
            <a:endParaRPr lang="en-US" sz="3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3400" b="1" dirty="0">
                <a:latin typeface="Times New Roman" panose="02020603050405020304" pitchFamily="18" charset="0"/>
                <a:cs typeface="Times New Roman" pitchFamily="18" charset="0"/>
              </a:rPr>
              <a:t>Topic: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PASSWORD MANAGER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IN" sz="3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IN" sz="3400" b="1" dirty="0">
                <a:latin typeface="Times New Roman" panose="02020603050405020304" pitchFamily="18" charset="0"/>
                <a:cs typeface="Times New Roman" pitchFamily="18" charset="0"/>
              </a:rPr>
              <a:t>Subject Code: (</a:t>
            </a:r>
            <a:r>
              <a:rPr lang="en-US" sz="3400" b="1" dirty="0">
                <a:latin typeface="Times New Roman" panose="02020603050405020304" pitchFamily="18" charset="0"/>
                <a:cs typeface="Times New Roman" pitchFamily="18" charset="0"/>
              </a:rPr>
              <a:t>22CS703PC</a:t>
            </a:r>
            <a:r>
              <a:rPr lang="en-IN" sz="3400" b="1" dirty="0">
                <a:latin typeface="Times New Roman" panose="02020603050405020304" pitchFamily="18" charset="0"/>
                <a:cs typeface="Times New Roman" pitchFamily="18" charset="0"/>
              </a:rPr>
              <a:t>)</a:t>
            </a:r>
          </a:p>
          <a:p>
            <a:pPr>
              <a:spcBef>
                <a:spcPts val="0"/>
              </a:spcBef>
            </a:pPr>
            <a:endParaRPr lang="en-IN" sz="3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endParaRPr lang="en-IN" sz="26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2EB20-3A4E-80A0-6C66-67D84475054A}"/>
              </a:ext>
            </a:extLst>
          </p:cNvPr>
          <p:cNvSpPr txBox="1"/>
          <p:nvPr/>
        </p:nvSpPr>
        <p:spPr>
          <a:xfrm>
            <a:off x="9166560" y="385849"/>
            <a:ext cx="1066800" cy="215395"/>
          </a:xfrm>
          <a:prstGeom prst="rect">
            <a:avLst/>
          </a:prstGeom>
          <a:noFill/>
        </p:spPr>
        <p:txBody>
          <a:bodyPr wrap="square" lIns="91385" tIns="45696" rIns="91385" bIns="4569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Times New Roman" pitchFamily="18" charset="0"/>
                <a:cs typeface="Times New Roman" pitchFamily="18" charset="0"/>
              </a:rPr>
              <a:t>ESTD: 2 0 0 9</a:t>
            </a:r>
            <a:endParaRPr lang="en-IN" sz="800" dirty="0"/>
          </a:p>
        </p:txBody>
      </p:sp>
      <p:pic>
        <p:nvPicPr>
          <p:cNvPr id="5" name="image2.jpeg">
            <a:extLst>
              <a:ext uri="{FF2B5EF4-FFF2-40B4-BE49-F238E27FC236}">
                <a16:creationId xmlns:a16="http://schemas.microsoft.com/office/drawing/2014/main" id="{6FE5EE62-01FB-8A6D-DA36-5E52818F246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5560" y="665246"/>
            <a:ext cx="1314450" cy="1219200"/>
          </a:xfrm>
          <a:prstGeom prst="rect">
            <a:avLst/>
          </a:prstGeom>
        </p:spPr>
      </p:pic>
      <p:pic>
        <p:nvPicPr>
          <p:cNvPr id="6" name="image1.jpeg">
            <a:extLst>
              <a:ext uri="{FF2B5EF4-FFF2-40B4-BE49-F238E27FC236}">
                <a16:creationId xmlns:a16="http://schemas.microsoft.com/office/drawing/2014/main" id="{632E73AC-946B-25C0-52FF-96FF4B77AEE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3991" y="755132"/>
            <a:ext cx="1085850" cy="108373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C5E0A42-768C-9D23-3662-0E86A88B1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373" y="385849"/>
            <a:ext cx="184619" cy="369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385" tIns="45696" rIns="91385" bIns="45696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18C2D2A-D66A-6878-E9A3-7C2926379A5A}"/>
              </a:ext>
            </a:extLst>
          </p:cNvPr>
          <p:cNvGrpSpPr>
            <a:grpSpLocks/>
          </p:cNvGrpSpPr>
          <p:nvPr/>
        </p:nvGrpSpPr>
        <p:grpSpPr bwMode="auto">
          <a:xfrm>
            <a:off x="1181682" y="385773"/>
            <a:ext cx="7162800" cy="27517"/>
            <a:chOff x="0" y="0"/>
            <a:chExt cx="11280" cy="3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335859-79F2-B76F-C578-636749658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280" cy="3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9FAF8B-8FF1-4986-6C34-F5B407230143}"/>
              </a:ext>
            </a:extLst>
          </p:cNvPr>
          <p:cNvGrpSpPr>
            <a:grpSpLocks/>
          </p:cNvGrpSpPr>
          <p:nvPr/>
        </p:nvGrpSpPr>
        <p:grpSpPr bwMode="auto">
          <a:xfrm>
            <a:off x="1089360" y="2494056"/>
            <a:ext cx="9144000" cy="60959"/>
            <a:chOff x="0" y="0"/>
            <a:chExt cx="11280" cy="3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F1E2AD-BDBF-1678-C9D8-A37B090C1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280" cy="3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</p:grpSp>
      <p:sp>
        <p:nvSpPr>
          <p:cNvPr id="12" name="Subtitle 2">
            <a:extLst>
              <a:ext uri="{FF2B5EF4-FFF2-40B4-BE49-F238E27FC236}">
                <a16:creationId xmlns:a16="http://schemas.microsoft.com/office/drawing/2014/main" id="{9FAA14A2-E1CF-E453-1EDA-29A78C524B29}"/>
              </a:ext>
            </a:extLst>
          </p:cNvPr>
          <p:cNvSpPr txBox="1">
            <a:spLocks/>
          </p:cNvSpPr>
          <p:nvPr/>
        </p:nvSpPr>
        <p:spPr>
          <a:xfrm>
            <a:off x="1546560" y="2697246"/>
            <a:ext cx="8534400" cy="812800"/>
          </a:xfrm>
          <a:prstGeom prst="rect">
            <a:avLst/>
          </a:prstGeom>
        </p:spPr>
        <p:txBody>
          <a:bodyPr vert="horz" lIns="91385" tIns="45696" rIns="91385" bIns="45696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US" sz="3200" b="1" dirty="0">
                <a:latin typeface="Times New Roman" pitchFamily="18" charset="0"/>
                <a:ea typeface="Arial"/>
                <a:cs typeface="Times New Roman" pitchFamily="18" charset="0"/>
              </a:rPr>
              <a:t>COMPUTER SCIENCE AND ENGINEERING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37008C86-17C0-F1F7-81AE-18B3078CB0A8}"/>
              </a:ext>
            </a:extLst>
          </p:cNvPr>
          <p:cNvSpPr txBox="1"/>
          <p:nvPr/>
        </p:nvSpPr>
        <p:spPr>
          <a:xfrm rot="10800000" flipH="1" flipV="1">
            <a:off x="8607915" y="4232980"/>
            <a:ext cx="3872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by-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Tejaswi          227R1A05A7</a:t>
            </a:r>
          </a:p>
          <a:p>
            <a:pPr algn="l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K.Sai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Krishna   227R1A0593</a:t>
            </a:r>
          </a:p>
          <a:p>
            <a:pPr algn="l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K.Varun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227R1A0594</a:t>
            </a:r>
          </a:p>
        </p:txBody>
      </p:sp>
    </p:spTree>
    <p:extLst>
      <p:ext uri="{BB962C8B-B14F-4D97-AF65-F5344CB8AC3E}">
        <p14:creationId xmlns:p14="http://schemas.microsoft.com/office/powerpoint/2010/main" val="2229501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code(project structure)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steps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5668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083AD-2275-38DE-2328-97E340429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10" y="629754"/>
            <a:ext cx="10096500" cy="1150907"/>
          </a:xfrm>
        </p:spPr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7AB2A-8652-376F-C076-513E87B2F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310" y="1874786"/>
            <a:ext cx="10096500" cy="37780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Secure Password Manager is a Python-based application that allows users to store, manage, and synchronize passwords securely using advanced cryptographic techniques.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sensitive data, such as user credentials, remains confidential, tamper-proof, and safely transmitted over the network.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this project is to develop a practical security system that demonstrates the real-world application of cryptography and network security principles.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encryption, digital signatures, and secure communication protocols to protect data both locally and during transmission.</a:t>
            </a:r>
          </a:p>
          <a:p>
            <a:pPr marL="0" indent="0">
              <a:buNone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10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F1858-D36E-1B95-A64E-52EE89C2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9803F3-6560-95C3-7E5F-033FC554B0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16320"/>
            <a:ext cx="1101704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password manager with AES-GCM encryption(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GCM (Galois/Counter Mode) is a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special mode of AES that provides both confidentiality and integrity)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data security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use PBKDF2 key derivation(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PBKDF2 is a key derivation algorithm — it converts a user’s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password into a strong cryptographic key.)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strong encryption keys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apply Ed25519 digital signatures(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Elliptic Curve Digital Signature Algorithm)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data integrity(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used to          verify integrity and authenticity of data.)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transmit data securely using TLS(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 Security: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encrypts the communication channel between  client and server (used in HTTPS).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014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2C2A-FD5A-62F7-D2D4-7D487176C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83" y="461584"/>
            <a:ext cx="10096500" cy="1150907"/>
          </a:xfrm>
        </p:spPr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1A2785-C66B-DC07-8254-6A8E52DB4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039" y="1504336"/>
            <a:ext cx="6673644" cy="444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6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5229C-5EDD-0376-7DA3-38F98A2D4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66" y="448662"/>
            <a:ext cx="10096500" cy="1150907"/>
          </a:xfrm>
        </p:spPr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PRINCIPLES &amp;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BB1DA0-776F-9AF2-011A-1F9F1C2BD3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5966" y="1305195"/>
            <a:ext cx="581139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enters a master password.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PBKDF2 derives a 256-bit AES key.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password is encrypted using AES-GCM.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Ciphertext is signed using Ed25519.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Encrypted data saved in local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db.json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Sync feature sends encrypted data to server over TLS.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227CD8-798A-A192-086F-76B173100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966" y="4159910"/>
            <a:ext cx="943896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AES-GCM encryption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Ed25519 digital signatures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Protection: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PBKDF2-derived AES key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TLS (wss:// protocol)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Zero-Knowledge Storage: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Server never sees plaintext</a:t>
            </a:r>
          </a:p>
        </p:txBody>
      </p:sp>
    </p:spTree>
    <p:extLst>
      <p:ext uri="{BB962C8B-B14F-4D97-AF65-F5344CB8AC3E}">
        <p14:creationId xmlns:p14="http://schemas.microsoft.com/office/powerpoint/2010/main" val="3089340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438BE-AF9C-1330-497D-BA2553382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0DC26-0A3B-CC5E-1063-868C8CE5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8637"/>
            <a:ext cx="10096500" cy="37780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asyncio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ssl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STORAGE_FILE = "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storage.json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 def handler(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async for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json.loads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# Store encrypted database (ciphertext + signatures)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with open(STORAGE_FILE, "w") as f: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json.dump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f)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await 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ws.send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json.dumps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({"status": "ok"}))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print("[+] Received and stored encrypted data")</a:t>
            </a:r>
          </a:p>
          <a:p>
            <a:pPr marL="0" indent="0">
              <a:buNone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23159-2655-C23C-48AD-E850B2546901}"/>
              </a:ext>
            </a:extLst>
          </p:cNvPr>
          <p:cNvSpPr txBox="1"/>
          <p:nvPr/>
        </p:nvSpPr>
        <p:spPr>
          <a:xfrm>
            <a:off x="6096000" y="1937812"/>
            <a:ext cx="5638800" cy="258532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sslctx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ssl.SSLContext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ssl.PROTOCOL_TLS_SERVER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sslctx.load_cert_chain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certfile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="server.crt",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keyfile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server.key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start_server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websockets.serve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(handler, "0.0.0.0", 8765,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sslctx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print("[Server] Listening on wss://localhost:8765")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asyncio.get_event_loop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run_until_complete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start_server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asyncio.get_event_loop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run_forever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55861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AD0DA-5D73-DAFF-8B7E-97481EEC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C20AD-BA2D-B30D-80B2-CF8B1C69E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dependencies: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pip install -r requirements.txt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the server: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python server.py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GUI Client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python gui_client.py</a:t>
            </a:r>
          </a:p>
          <a:p>
            <a:pPr marL="0" indent="0">
              <a:buNone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4CA7CCA-20B1-DFB7-E2B7-39CDDF708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426" y="4503193"/>
            <a:ext cx="67681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db.json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passwords appear as unreadable ciphertext.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storage.json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only ciphertext + signatures, no plaintext.</a:t>
            </a:r>
          </a:p>
        </p:txBody>
      </p:sp>
    </p:spTree>
    <p:extLst>
      <p:ext uri="{BB962C8B-B14F-4D97-AF65-F5344CB8AC3E}">
        <p14:creationId xmlns:p14="http://schemas.microsoft.com/office/powerpoint/2010/main" val="947567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D0D5-DCF6-0DD4-D8AE-6F4AD799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47335A-1F9B-E92F-429E-0D57094C4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42" y="1631111"/>
            <a:ext cx="5070538" cy="42347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7C27E9-A40B-9557-5A26-D3EDC0309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261" y="1631111"/>
            <a:ext cx="5647897" cy="42347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8900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117959-62E0-5E4B-055B-10A9E1BD5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59" y="1194676"/>
            <a:ext cx="2057687" cy="1381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41ABEC-8D75-8AD0-1B4D-017754201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102" y="1194676"/>
            <a:ext cx="2133898" cy="1400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729ADF-B4A1-1C51-4C5B-D77016319F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976" y="1251834"/>
            <a:ext cx="2124371" cy="1324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E9C3B0-6154-8B35-D2EF-C42D440FC6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323" y="1251834"/>
            <a:ext cx="2133898" cy="1400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F4A562-CCF4-FF71-4C08-90C67BF396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948" y="3362717"/>
            <a:ext cx="2657846" cy="1800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FCF6D5-651C-1501-E450-24A293CF04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489" y="2900458"/>
            <a:ext cx="4749104" cy="34012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3574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5BB7-747D-F03C-D8D0-9799D2179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590424"/>
            <a:ext cx="10096500" cy="1150907"/>
          </a:xfrm>
        </p:spPr>
        <p:txBody>
          <a:bodyPr/>
          <a:lstStyle/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79330-F864-CB67-A609-669EA739A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342" y="1914116"/>
            <a:ext cx="10096500" cy="37780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we successfully developed a Secure Password Manager that protects user credentials using modern cryptographic techniques and network security principles.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confidentiality through AES-GCM encryption, integrity through Ed25519 digital signatures, and secure communication via TLS.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Passwords are encrypted locally, digitally signed, and synchronized securely to a server — which stores only encrypted data, ensuring a zero-knowledge design.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cryptography can be applied in real-world applications to build secure systems and protect sensitive information effectively.</a:t>
            </a:r>
          </a:p>
          <a:p>
            <a:pPr marL="0" indent="0">
              <a:buNone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188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F00A-ED15-0629-0994-F8BADC8B9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367" y="2366583"/>
            <a:ext cx="4439265" cy="1150907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71201584"/>
      </p:ext>
    </p:extLst>
  </p:cSld>
  <p:clrMapOvr>
    <a:masterClrMapping/>
  </p:clrMapOvr>
</p:sld>
</file>

<file path=ppt/theme/theme1.xml><?xml version="1.0" encoding="utf-8"?>
<a:theme xmlns:a="http://schemas.openxmlformats.org/drawingml/2006/main" name="Vertical Lexicon design templat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dirty="0"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tx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lexicon design slides.potx" id="{49C7086D-B6BF-42C9-B2E9-7A6F5A963EAA}" vid="{839E83B1-FF0C-49E8-8563-59D864F05AE3}"/>
    </a:ext>
  </a:extLst>
</a:theme>
</file>

<file path=ppt/theme/theme2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1BD8E5-A18E-435C-B431-90A6B59F4B6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BEBB951-DE64-4CB8-9E1C-184A357AD7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EEE0F9-7BC9-4998-8617-7CC115AD97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Vertical lexicon design slides</Template>
  <TotalTime>276</TotalTime>
  <Words>776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Vertical Lexicon design template</vt:lpstr>
      <vt:lpstr>PowerPoint Presentation</vt:lpstr>
      <vt:lpstr>CONTENTS</vt:lpstr>
      <vt:lpstr>INTRODUCTION</vt:lpstr>
      <vt:lpstr>OBJECTIVES</vt:lpstr>
      <vt:lpstr>SYSTEM ARCHITECTURE</vt:lpstr>
      <vt:lpstr>PRINCIPLES &amp; FEATURES</vt:lpstr>
      <vt:lpstr>SAMPLE CODE</vt:lpstr>
      <vt:lpstr>DEMONSTRATION STEPS</vt:lpstr>
      <vt:lpstr>RESULTS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Tejaswi Pasupula</dc:creator>
  <cp:lastModifiedBy>Tejaswi Pasupula</cp:lastModifiedBy>
  <cp:revision>1</cp:revision>
  <dcterms:created xsi:type="dcterms:W3CDTF">2025-10-26T10:29:50Z</dcterms:created>
  <dcterms:modified xsi:type="dcterms:W3CDTF">2025-10-26T15:06:19Z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